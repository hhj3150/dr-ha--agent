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실측치를 채워 발표. 특히 두당 유량과 유성분은 반드시 실제 검정 성적으로 말할 것. 청중이 연구·지도 인력이므로 근거 없는 수치는 바로 신뢰를 잃는다.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시험 성적 수치이므로 자신 있게 말한다.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비관으로 끝내지 않는다. 세 압력이 연결되어 있으므로 '규모 확대'라는 단일 해법이 더는 통하지 않는다는 논리로 다음 장의 방향 제시로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저지·홀스타인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코리아동물병원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퇴비·순환농업 기술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의사결정과 현장에서 겪은 어려움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악취저감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(저지 [  ]두 / 홀스타인 [  ]두)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일 평균 유량 [  ] kg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(HBP 운용 구간 [  ]㎡)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3931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 처리 [  ] L)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15968" y="347472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17" name="Text 15"/>
          <p:cNvSpPr/>
          <p:nvPr/>
        </p:nvSpPr>
        <p:spPr>
          <a:xfrm>
            <a:off x="4315968" y="363931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6종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407408" y="431596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우유·요거트·그릭·카이막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아이스크림·밀크티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65008" y="347472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20" name="Text 18"/>
          <p:cNvSpPr/>
          <p:nvPr/>
        </p:nvSpPr>
        <p:spPr>
          <a:xfrm>
            <a:off x="8065008" y="363931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D2C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156448" y="431596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판매채널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정기구독 + B2B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[  ] 표시는 발표 직전 목장 실측치로 채워 넣을 항목입니다.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646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'A2A2 개체의 원유만 사용한다'는 검증 가능한 사실만 표시합니다. 검사 성적서로 언제든 확인 가능한 범위 안에서만 말합니다.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수란우(홀스타인)를 활용해 기존 사육 자원을 그대로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1~2회를 기본으로 하되 계절·두수·수분 상태에 따라 조정합니다.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92.64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5.07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4.75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21.7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4.59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41.8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6.0 g / 100 mL — 일반 시유 대비 높은 수준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4.59 g — 가공 적성이 좋은 구간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성분값은 제품 시험 결과 기준이며, 원유 성분 변동에 따라 로트별 차이가 있을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체감하는 세 가지 압력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· 제도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우유 소비 구조 변화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수입 유제품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원유 쿼터·유대 체계의 경직성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폐업하는 농가가 늘고 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1713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환경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1713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사료비 변동성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분뇨·악취 규제 강화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탄소 대응 요구 본격화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환경이 비용이 되는 구조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6617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6617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경영주 고령화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승계 단절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숙련 인력 확보난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노동 강도가 진입을 막습니다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세 가지는 서로 연결되어 있습니다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두수를 늘려 수익을 맞추려 하면 → 환경 부담과 노동 강도가 커지고 → 사람이 더 버티지 못합니다.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방향으로 더 밀어붙이는 방식으로는 이 세 개를 동시에 풀 수 없습니다.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저지 · 환경 · 데이터 · 가공으로 방향을 튼 이유가 여기에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보는 낙농의 방향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함께 해볼 수 있는 시범사업 5건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말씀드린 내용 중, 국립축산과학원의 측정·검증 역량이 붙으면 산업 전체가 쓸 수 있게 되는 것들을 뽑았습니다.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A2A2 축군 조성 착수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교육·견학 프로그램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성과 분석 및 보완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규모별 경제성 모델 공개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사례집 포함 결과 발표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저지·홀스타인 축군과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과제로의 편입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기관·타 지역 실증과의 데이터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2026-07-30T23:09:33Z</dcterms:created>
  <dcterms:modified xsi:type="dcterms:W3CDTF">2026-07-30T23:09:33Z</dcterms:modified>
</cp:coreProperties>
</file>